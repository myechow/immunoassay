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848" y="7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74274" y="501904"/>
            <a:ext cx="67954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bany AMT" panose="020B0604020202020204" pitchFamily="34" charset="0"/>
                <a:cs typeface="Albany AMT" panose="020B0604020202020204" pitchFamily="34" charset="0"/>
              </a:rPr>
              <a:t>Smart Quality Integration Process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07992" y="1436943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Batch Preparation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(Reagents + Substrate)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07992" y="2625663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KPI: 99% Reagent Purity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5312" y="1436943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Sensor Calibration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(RTD, pH, OD)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5312" y="2625663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KPI: ±0.15°C RTD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2632" y="1436943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Acquisition</a:t>
            </a:r>
          </a:p>
          <a:p>
            <a:pPr algn="ctr"/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(IoT + Edge Devices)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2632" y="2625663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KPI: 100% Secure Transmission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7112" y="2077701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Simulation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(Compare with Ideal Conditions)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7112" y="3266421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KPI: 95% Match with Twin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4432" y="2077701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(KPI: &lt;2% Events)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4432" y="3266421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ROI: -20% CAPA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1752" y="2077701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Stable Process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(KPI: 98% Smooth Runs)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1752" y="3266421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ROI: 98% Process Efficiency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152" y="4455141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Data Logging &amp; Traceability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(21 CFR Part 11, Audit Trail)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5152" y="5643861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ROI: +25% Audit Speed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2472" y="4455141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MES/QMS Integration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(Quality Control, Validation)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2472" y="5643861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KPI: 100% CAPA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9792" y="4455141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 Review</a:t>
            </a:r>
          </a:p>
          <a:p>
            <a:pPr algn="ctr"/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(ISO 13485, FDA 820)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79792" y="5643861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ROI: -30% Audit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97112" y="4455141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Final Batch Release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(If In Spec)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97112" y="5643861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KPI: 99.5% Batch Yield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4432" y="4455141"/>
            <a:ext cx="1280160" cy="731520"/>
          </a:xfrm>
          <a:prstGeom prst="rect">
            <a:avLst/>
          </a:prstGeom>
          <a:solidFill>
            <a:srgbClr val="ADD8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Documentation</a:t>
            </a:r>
          </a:p>
          <a:p>
            <a:pPr algn="ctr"/>
            <a:r>
              <a:rPr sz="1000">
                <a:latin typeface="Times New Roman" panose="02020603050405020304" pitchFamily="18" charset="0"/>
                <a:cs typeface="Times New Roman" panose="02020603050405020304" pitchFamily="18" charset="0"/>
              </a:rPr>
              <a:t>(SOP, Lessons Learned)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4432" y="5643861"/>
            <a:ext cx="1280160" cy="73152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ROI: -25% Training Defects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2777" y="1006335"/>
            <a:ext cx="257794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Flow Direction: Sequential Process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58335" y="6556904"/>
            <a:ext cx="405484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Legend: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Blue = Process Step | Light Green = KPI / ROI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D4851A1-5F7F-D943-DB07-1E783D0291B4}"/>
              </a:ext>
            </a:extLst>
          </p:cNvPr>
          <p:cNvCxnSpPr>
            <a:cxnSpLocks/>
          </p:cNvCxnSpPr>
          <p:nvPr/>
        </p:nvCxnSpPr>
        <p:spPr>
          <a:xfrm>
            <a:off x="4184825" y="2291528"/>
            <a:ext cx="510139" cy="2433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2AFC7D-411D-4365-91B1-8D4C0F5FCEE5}"/>
              </a:ext>
            </a:extLst>
          </p:cNvPr>
          <p:cNvCxnSpPr>
            <a:cxnSpLocks/>
          </p:cNvCxnSpPr>
          <p:nvPr/>
        </p:nvCxnSpPr>
        <p:spPr>
          <a:xfrm>
            <a:off x="5943600" y="3068855"/>
            <a:ext cx="3080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8F4A5C-F1C8-89E8-E60B-82A0F0355E2A}"/>
              </a:ext>
            </a:extLst>
          </p:cNvPr>
          <p:cNvCxnSpPr>
            <a:cxnSpLocks/>
          </p:cNvCxnSpPr>
          <p:nvPr/>
        </p:nvCxnSpPr>
        <p:spPr>
          <a:xfrm>
            <a:off x="7477747" y="3068855"/>
            <a:ext cx="3080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3874A7A-44F3-888B-A55D-C3ECD3D4B7E5}"/>
              </a:ext>
            </a:extLst>
          </p:cNvPr>
          <p:cNvCxnSpPr>
            <a:cxnSpLocks/>
          </p:cNvCxnSpPr>
          <p:nvPr/>
        </p:nvCxnSpPr>
        <p:spPr>
          <a:xfrm>
            <a:off x="1605255" y="2450556"/>
            <a:ext cx="3080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1DF0239-4F83-E988-3228-824F04853EB8}"/>
              </a:ext>
            </a:extLst>
          </p:cNvPr>
          <p:cNvCxnSpPr>
            <a:cxnSpLocks/>
          </p:cNvCxnSpPr>
          <p:nvPr/>
        </p:nvCxnSpPr>
        <p:spPr>
          <a:xfrm>
            <a:off x="3022575" y="2450556"/>
            <a:ext cx="3080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52F96A2-DF1A-1E52-1282-96163E5875FD}"/>
              </a:ext>
            </a:extLst>
          </p:cNvPr>
          <p:cNvCxnSpPr>
            <a:cxnSpLocks/>
          </p:cNvCxnSpPr>
          <p:nvPr/>
        </p:nvCxnSpPr>
        <p:spPr>
          <a:xfrm flipH="1">
            <a:off x="5943600" y="5462337"/>
            <a:ext cx="376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A59A468-1475-C94B-6F6E-F252ECEF910D}"/>
              </a:ext>
            </a:extLst>
          </p:cNvPr>
          <p:cNvCxnSpPr>
            <a:cxnSpLocks/>
          </p:cNvCxnSpPr>
          <p:nvPr/>
        </p:nvCxnSpPr>
        <p:spPr>
          <a:xfrm flipH="1">
            <a:off x="4542322" y="5462337"/>
            <a:ext cx="376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81683C-FF45-558A-04A4-18860518D36C}"/>
              </a:ext>
            </a:extLst>
          </p:cNvPr>
          <p:cNvCxnSpPr>
            <a:cxnSpLocks/>
          </p:cNvCxnSpPr>
          <p:nvPr/>
        </p:nvCxnSpPr>
        <p:spPr>
          <a:xfrm flipH="1">
            <a:off x="3072586" y="5462337"/>
            <a:ext cx="376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3B0FC85-0B16-A1FF-B8FD-40EFF3C7791F}"/>
              </a:ext>
            </a:extLst>
          </p:cNvPr>
          <p:cNvCxnSpPr>
            <a:cxnSpLocks/>
          </p:cNvCxnSpPr>
          <p:nvPr/>
        </p:nvCxnSpPr>
        <p:spPr>
          <a:xfrm flipH="1">
            <a:off x="1686426" y="5462337"/>
            <a:ext cx="3761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AAC6E31-9AC7-DB7E-DB38-1F4BCEF8F15A}"/>
              </a:ext>
            </a:extLst>
          </p:cNvPr>
          <p:cNvCxnSpPr>
            <a:cxnSpLocks/>
          </p:cNvCxnSpPr>
          <p:nvPr/>
        </p:nvCxnSpPr>
        <p:spPr>
          <a:xfrm flipH="1">
            <a:off x="7785756" y="4273617"/>
            <a:ext cx="376187" cy="513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203</Words>
  <Application>Microsoft Office PowerPoint</Application>
  <PresentationFormat>On-screen Show (4:3)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Albany AMT</vt:lpstr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Myesha Iqbal</cp:lastModifiedBy>
  <cp:revision>6</cp:revision>
  <dcterms:created xsi:type="dcterms:W3CDTF">2013-01-27T09:14:16Z</dcterms:created>
  <dcterms:modified xsi:type="dcterms:W3CDTF">2025-11-11T19:13:44Z</dcterms:modified>
  <cp:category/>
</cp:coreProperties>
</file>